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While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Perulangan dengan kondisi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Contoh While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let i=1;</a:t>
            </a:r>
          </a:p>
          <a:p>
            <a:r>
              <a:t>while(i&lt;=5){</a:t>
            </a:r>
          </a:p>
          <a:p>
            <a:r>
              <a:t> console.log(i);</a:t>
            </a:r>
          </a:p>
          <a:p>
            <a:r>
              <a:t> i++;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
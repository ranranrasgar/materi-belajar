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Looping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Mengakses data array dengan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for(let i=0;i&lt;nilai.length;i++){</a:t>
            </a:r>
          </a:p>
          <a:p>
            <a:r>
              <a:t> console.log(nilai[i]);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
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Materi Coding Kelas X</a:t>
            </a:r>
          </a:p>
          <a:p>
            <a:r>
              <a:t>Semester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Algoritma &amp; Pemrograman Dasar</a:t>
            </a:r>
          </a:p>
          <a:p/>
          <a:p>
            <a:r>
              <a:t>Tujuan: Memahami struktur program dan membuat aplikasi sederhana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Capaian Pembelajaran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Memahami konsep perulangan</a:t>
            </a:r>
          </a:p>
          <a:p>
            <a:r>
              <a:t>• Menggunakan array</a:t>
            </a:r>
          </a:p>
          <a:p>
            <a:r>
              <a:t>• Membuat fungsi sederhana</a:t>
            </a:r>
          </a:p>
          <a:p>
            <a:r>
              <a:t>• Membuat mini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Materi Semester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Looping</a:t>
            </a:r>
          </a:p>
          <a:p>
            <a:r>
              <a:t>2. Array</a:t>
            </a:r>
          </a:p>
          <a:p>
            <a:r>
              <a:t>3. Function</a:t>
            </a:r>
          </a:p>
          <a:p>
            <a:r>
              <a:t>4. Input &amp; Output</a:t>
            </a:r>
          </a:p>
          <a:p>
            <a:r>
              <a:t>5. Studi Kasus</a:t>
            </a:r>
          </a:p>
          <a:p>
            <a:r>
              <a:t>6. Mini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Perulangan digunakan untuk menjalankan kode secara berulang</a:t>
            </a:r>
          </a:p>
          <a:p/>
          <a:p>
            <a:r>
              <a:t>Jenis:</a:t>
            </a:r>
          </a:p>
          <a:p>
            <a:r>
              <a:t>• for</a:t>
            </a:r>
          </a:p>
          <a:p>
            <a:r>
              <a:t>• while</a:t>
            </a:r>
          </a:p>
          <a:p>
            <a:r>
              <a:t>• do while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Contoh Looping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(let i = 1; i &lt;= 5; i++) {</a:t>
            </a:r>
          </a:p>
          <a:p>
            <a:r>
              <a:t>  console.log(i);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Array adalah kumpulan data dalam satu variabel</a:t>
            </a:r>
          </a:p>
          <a:p/>
          <a:p>
            <a:r>
              <a:t>Contoh:</a:t>
            </a:r>
          </a:p>
          <a:p>
            <a:r>
              <a:t>let nilai = [80, 90, 75];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Looping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(let i = 0; i &lt; nilai.length; i++) {</a:t>
            </a:r>
          </a:p>
          <a:p>
            <a:r>
              <a:t>  console.log(nilai[i]);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 digunakan untuk mengelompokkan kode</a:t>
            </a:r>
          </a:p>
          <a:p/>
          <a:p>
            <a:r>
              <a:t>function hitung(a, b) {</a:t>
            </a:r>
          </a:p>
          <a:p>
            <a:r>
              <a:t>  return a + b;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&amp;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Input: data dari user</a:t>
            </a:r>
          </a:p>
          <a:p>
            <a:r>
              <a:t>Output: hasil ke layar</a:t>
            </a:r>
          </a:p>
          <a:p/>
          <a:p>
            <a:r>
              <a:t>Contoh:</a:t>
            </a:r>
          </a:p>
          <a:p>
            <a:r>
              <a:t>let nama = prompt('Nama');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Studi Kasus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Program Nilai Siswa</a:t>
            </a:r>
          </a:p>
          <a:p>
            <a:r>
              <a:t>• Kasir Sederhana</a:t>
            </a:r>
          </a:p>
          <a:p>
            <a:r>
              <a:t>• Login Sederhana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Pilih salah satu:</a:t>
            </a:r>
          </a:p>
          <a:p>
            <a:r>
              <a:t>• Aplikasi Nilai</a:t>
            </a:r>
          </a:p>
          <a:p>
            <a:r>
              <a:t>• Kalkulator</a:t>
            </a:r>
          </a:p>
          <a:p>
            <a:r>
              <a:t>• Game Tebak Angka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Penilaian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Tugas: 30%</a:t>
            </a:r>
          </a:p>
          <a:p>
            <a:r>
              <a:t>UTS: 20%</a:t>
            </a:r>
          </a:p>
          <a:p>
            <a:r>
              <a:t>Project: 30%</a:t>
            </a:r>
          </a:p>
          <a:p>
            <a:r>
              <a:t>UAS: 20%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Penutup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Terus berlatih coding</a:t>
            </a:r>
          </a:p>
          <a:p>
            <a:r>
              <a:t>Karena skill dibangun dengan praktik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
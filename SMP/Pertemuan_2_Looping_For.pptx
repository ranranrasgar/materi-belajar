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Looping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Konsep perulangan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For Loop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Digunakan saat jumlah perulangan diketahui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Contoh For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for(let i=1;i&lt;=5;i++){</a:t>
            </a:r>
          </a:p>
          <a:p>
            <a:r>
              <a:t> console.log(i)</a:t>
            </a:r>
          </a:p>
          <a:p>
            <a:r>
              <a:t>}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
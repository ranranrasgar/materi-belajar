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Kumpulan data dalam satu variabel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 nilai = [80,75,90];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 dimulai dari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
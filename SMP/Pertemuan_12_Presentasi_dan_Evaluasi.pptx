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hasil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Refleksi &amp; penilaian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
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Semester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Semester 1 &amp; tujuan pembelajaran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Materi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Algoritma</a:t>
            </a:r>
          </a:p>
          <a:p>
            <a:r>
              <a:t>If Else</a:t>
            </a:r>
          </a:p>
          <a:p>
            <a:r>
              <a:t>Operator</a:t>
            </a:r>
          </a:p>
          <a:p>
            <a:r>
              <a:t>Variabel &amp; Konstanta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Semester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Looping</a:t>
            </a:r>
          </a:p>
          <a:p>
            <a:r>
              <a:t>Array</a:t>
            </a:r>
          </a:p>
          <a:p>
            <a:r>
              <a:t>Function</a:t>
            </a:r>
          </a:p>
          <a:p>
            <a:r>
              <a:t>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